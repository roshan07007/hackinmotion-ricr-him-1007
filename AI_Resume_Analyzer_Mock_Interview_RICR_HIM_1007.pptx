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2563EB"/>
                </a:solidFill>
              </a:defRPr>
            </a:pPr>
            <a:r>
              <a:t>HireMe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21F34"/>
                </a:solidFill>
              </a:defRPr>
            </a:pPr>
            <a:r>
              <a:t>AI-Powered Job Search &amp; Career Development Platform</a:t>
            </a:r>
          </a:p>
          <a:p>
            <a:pPr algn="ctr">
              <a:defRPr sz="1500">
                <a:solidFill>
                  <a:srgbClr val="5A6473"/>
                </a:solidFill>
              </a:defRPr>
            </a:pPr>
            <a:r>
              <a:t>HackInMotion • RICR-HIM-1007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Job seekers struggle to understand whether their resume matches a target job.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Generic resume advice does not clearly identify missing skills, weak areas or relevant keywords.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Candidates need realistic interview practice based on their own resume and target role.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Interview preparation and career guidance are often scattered across different platforms.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Users need a simple way to track their preparation and improve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HireMe is a unified career platform that combines job discovery, resume intelligence, AI mock interviews and career mentorship.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The user provides career information and/or resume context and receives personalized AI-powered guidance.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The platform connects the complete journey: Find a job → Analyze → Practice → Get feedback → Improve.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The solution is available through web and mobile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3. User Account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Sign up and login flow for users.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JWT-based authentication and protected backend routes.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Each user can access their own career/application data.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Authentication is handled through the backend instead of exposing sensitive credentials to the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4. Resume Upload &amp;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Users can provide their resume as part of the career workflow.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Resume information is used as context for AI-powered analysis and interview preparation.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Important information can be organized into useful career context such as skills, education, experience and projects.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Supported document workflows can be extended for PDF/DOCX parsing and structured extraction.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5. Resume vs Job Description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Compare the candidate's resume context with the target job requirements.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Generate a role-focused match/fit assessment.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Identify missing or weak skills and important job-related keywords.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Give specific improvement suggestions instead of only generic resume advice.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Help the candidate understand what to improve before applying or interviewing.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6. AI-Powered Mock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21F34"/>
                </a:solidFill>
              </a:defRPr>
            </a:pPr>
            <a:r>
              <a:t>• AI generates interview questions based on the candidate's career context and target role.</a:t>
            </a:r>
          </a:p>
          <a:p>
            <a:pPr>
              <a:spcAft>
                <a:spcPts val="1000"/>
              </a:spcAft>
              <a:defRPr sz="1600">
                <a:solidFill>
                  <a:srgbClr val="121F34"/>
                </a:solidFill>
              </a:defRPr>
            </a:pPr>
            <a:r>
              <a:t>• Supports technical and behavioral interview preparation.</a:t>
            </a:r>
          </a:p>
          <a:p>
            <a:pPr>
              <a:spcAft>
                <a:spcPts val="1000"/>
              </a:spcAft>
              <a:defRPr sz="1600">
                <a:solidFill>
                  <a:srgbClr val="121F34"/>
                </a:solidFill>
              </a:defRPr>
            </a:pPr>
            <a:r>
              <a:t>• Candidate answers questions through the interview experience.</a:t>
            </a:r>
          </a:p>
          <a:p>
            <a:pPr>
              <a:spcAft>
                <a:spcPts val="1000"/>
              </a:spcAft>
              <a:defRPr sz="1600">
                <a:solidFill>
                  <a:srgbClr val="121F34"/>
                </a:solidFill>
              </a:defRPr>
            </a:pPr>
            <a:r>
              <a:t>• AI evaluates the response for relevance, clarity and quality.</a:t>
            </a:r>
          </a:p>
          <a:p>
            <a:pPr>
              <a:spcAft>
                <a:spcPts val="1000"/>
              </a:spcAft>
              <a:defRPr sz="1600">
                <a:solidFill>
                  <a:srgbClr val="121F34"/>
                </a:solidFill>
              </a:defRPr>
            </a:pPr>
            <a:r>
              <a:t>• Provides feedback and improvement guidance after the interaction.</a:t>
            </a:r>
          </a:p>
          <a:p>
            <a:pPr>
              <a:spcAft>
                <a:spcPts val="1000"/>
              </a:spcAft>
              <a:defRPr sz="1600">
                <a:solidFill>
                  <a:srgbClr val="121F34"/>
                </a:solidFill>
              </a:defRPr>
            </a:pPr>
            <a:r>
              <a:t>• Creates a repeatable practice loop: Question → Answer → Evaluation → Improvement.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7. Dashboard &amp;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Central place for the user's career activities.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Job search and job-management workflows.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Resume analysis results can be reviewed again.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Interview sessions and feedback can be used to track improvement.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Provides a foundation for future performance analytics and progress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8. Career Mentor &amp; AI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Career Mentor Chat provides conversational guidance for career-related questions.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Groq Cloud API is integrated through the backend using groq-sdk.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AI can power resume analysis, mock interview generation/evaluation and mentor responses.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Keeping the AI integration on the backend helps protect the API key and centralize AI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9. System Architecture</a:t>
            </a:r>
          </a:p>
        </p:txBody>
      </p:sp>
      <p:pic>
        <p:nvPicPr>
          <p:cNvPr id="3" name="Picture 2" descr="HireMe_Premiu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6209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10.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Web: React + Vite + TailwindCSS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Mobile: React Native + Expo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Backend: Node.js + Express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Database: MongoDB + Mongoose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Authentication: JWT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AI: Groq Cloud API + groq-sdk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Deployment: Netlify for web client + Render for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11. Problem Statement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User Account &amp; Login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Resume / career information workflow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AI-powered resume analysis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Job discovery and job workflows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AI mock interview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AI feedback / career guidance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Dashboard / application experience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Web + mobile experience — implemented</a:t>
            </a:r>
          </a:p>
          <a:p>
            <a:pPr>
              <a:spcAft>
                <a:spcPts val="1000"/>
              </a:spcAft>
              <a:defRPr sz="1700">
                <a:solidFill>
                  <a:srgbClr val="121F34"/>
                </a:solidFill>
              </a:defRPr>
            </a:pPr>
            <a:r>
              <a:t>• ✓ Secure backend AI integration —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12. Advanced Features /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ATS Compatibility Checker for resume keywords and formatting.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AI Resume Rewriter for job-specific bullet points.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Voice-based mock interview using speech-to-text.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Video interview analytics such as presentation/communication signals.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Peer or recruiter sharing of reports.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Long-term progress analytics and personalized career plans.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13.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1. Login / open HireMe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2. Browse and search for a relevant job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3. Open Resume Analysis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4. Review AI insights and improvement areas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5. Start Mock Interview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6. Answer questions and show AI feedback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7. Open Career Mentor for a follow-up question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8. Show mobile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14. Hackathon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Working full-stack application with web and mobile experiences.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GitHub repository containing source code and project documentation.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API documentation and README.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System architecture diagram.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Live product demonstration.</a:t>
            </a:r>
          </a:p>
          <a:p>
            <a:pPr>
              <a:spcAft>
                <a:spcPts val="1000"/>
              </a:spcAft>
              <a:defRPr sz="1800">
                <a:solidFill>
                  <a:srgbClr val="121F34"/>
                </a:solidFill>
              </a:defRPr>
            </a:pPr>
            <a:r>
              <a:t>• Presentation covering the problem, solution, implementation, AI workflow and future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21F34"/>
                </a:solidFill>
              </a:defRPr>
            </a:pPr>
            <a:r>
              <a:t>HireMe — Making career preparation smarter, personalized and accessible.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HireMe • HackInMotion RICR-HIM-1007                                  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